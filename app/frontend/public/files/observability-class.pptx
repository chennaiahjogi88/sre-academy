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Monitoring (dashboards, alerts) is a USE of observability. The 3 pillars give you the raw data. Grafana's correlation feature (traceToLogs, traceToMetrics) is what ties them together — click a trace span and jump directly to the logs from that pod at that timestamp.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flow:
1. Backend emits /metrics endpoint → Prometheus scrapes every 10s
2. Promtail DaemonSet reads pod logs from /var/log, pushes to Loki
3. OTel SDK in backend sends trace spans via OTLP HTTP to Jaeger :4318
4. Grafana queries all three and lets you correlate across them
All three storage systems (Prometheus, Loki, Jaeger) are in the 'monitoring' namespace. Backend is in 'sre-platform'.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environments, two scrape approaches:
1. Docker Compose: Explicit target list in prometheus.yml
2. K8s: Kubernetes SD (service discovery) using pod annotations — much more scalable. Any new pod with the right annotations gets auto-discovered.
cAdvisor provides container-level CPU/memory metrics via the kubelet HTTPS endpoint with bearer token auth.
Key interval: global 15s, backend overridden to 10s for more granular backend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 rules are defined in prometheus/alert_rules.yml (Docker Compose) or embedded in the prometheus K8s ConfigMap.
Key concepts:
- Severity tiers: critical → PagerDuty-worthy, warning → Slack, info → FYI
- 'for:' duration prevents flapping — alert must stay true for the entire duration before firing
- histogram_quantile(0.95,...) is the P95 latency — 95th percentile response time &gt; 1s fires HighAPILatency
- regex match 5.. catches all 5xx status codes
NOTE: Currently no Alertmanager! Alerts fire in Prometheus UI but don't route to Slack/PagerDuty. This is a known production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file: backend/src/metrics.js
Instrumentation hook: backend/src/index.js
CollectDefaultMetrics() also runs — automatically captures:
- process_cpu_seconds_total
- process_resident_memory_bytes
- nodejs_gc_duration_seconds (GC pause times)
- nodejs_eventloop_lag_seconds (event loop health)
The middleware pattern is key: httpRequestDuration.startTimer() captures the start, the 'finish' event fires after response is sent. The histogram records duration with method/route/status labels — these labels are exactly what the HighAPILatency alert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DaemonSet = one Promtail pod per node. This is important — it ensures ALL pods on a node have their logs collected, regardless of which app is running.
Resources are intentionally light: 64Mi/50m request. Promtail is a log forwarder, not a processor.
LogQL query example: {namespace='sre-platform', pod=~'backend.*'} |= 'error'
Note: Current storage is emptyDir on Loki StatefulSet — if the pod restarts, logs are lost. Production needs PVC or S3 backend (see Production Gaps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SDK: @opentelemetry/sdk-node v0.52 with OTLPTraceExporter (HTTP)
Service name: sre-platform-backend
Why HTTP (4318) over gRPC (4317)? Simpler firewall/proxy setup, especially inside K8s cluster.
Auto-instrumentation magic: requiring @opentelemetry/auto-instrumentations-node patches the Node.js module loader — when Express/pg/http modules load, they're wrapped with trace context propagation automatically. You get spans without manually wrapping every function.
FS disabled: File system spans fire on every require(), config file read, etc. — creates thousands of noisy spans. Disabled intentionally.
Production: Jaeger is in-memory mode with max 10,000 traces. Once full, oldest are evicted. Use Elasticsearch or Cassandra backend for real workloads.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Grafana provisioning: datasources and dashboards are auto-loaded from ConfigMaps in K8s or the provisioning/ directory in Docker Compose — no manual UI clicking needed.
SLO thresholds in SLO Dashboard:
- Traffic: green &lt;50 RPS, yellow &lt;200, red &gt;200
- Error rate: green &lt;1%, yellow &lt;5%, red &gt;5%
- P95 latency: yellow &gt;0.5s, red &gt;1.0s
Credentials: admin / Grafana@123 (set via K8s Secret)
Correlation workflow: In Jaeger trace view → click a span → 'View Logs' opens Loki with that pod/timestamp pre-filtered. 'View Metrics' opens Prometheus with that service's metrics. This is the killer feature that makes 3-pillar observability worth the setup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SLO dashboard is the single-pane-of-glass for service health.
The thresholds are configured directly in Grafana JSON (slo-dashboard.json). They map to real SLO targets:
- Traffic: &gt;200 RPS means system is under heavy load, alert to investigate scaling
- Error rate: &gt;5% means 1 in 20 requests is failing — SLO breach territory
- P95 &gt; 1s: 95% of users see &gt;1s response — latency SLO likely breached
Ask students: What would your SLO targets be for this system? What's your error budget?
The dashboard auto-reload is a Grafana provisioning feature — dashboards are loaded from a directory (backed by K8s ConfigMap), so pushing a new ConfigMap automatically updates Grafana within 30s without any manual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Compose: Best for local development. Everything is on localhost. No port-forwarding needed. Config changes to prometheus.yml require `docker compose restart prometheus`.
Kubernetes (Minikube): More realistic production-like setup. Uses K8s namespaces, ServiceAccounts, ClusterRoles, RBAC. ConfigMaps hold Prometheus + Grafana config — changes require kubectl apply.
deploy.sh orchestrates: namespace creation → ConfigMap apply → RBAC → Deployment apply → waits for pods ready → prints port-forward commands.
Key file locations:
- k8s/monitoring/ — all observability K8s manifests
- k8s/backend.yaml — app deployment with OTel env vars
- k8s/monitoring/rbac.yaml — ServiceAccounts + ClusterRoles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questions for class:
1. Which gap would you fix first and why?
2. How would you size the PVC for Prometheus? (Hint: think about retention period × ingestion rate)
3. How would you test that your HA setup actually works?
Alertmanager routing example:
- Critical alerts → PagerDuty (wake someone up)
- Warning alerts → Slack #alerts channel (visible but not noisy)
- Info alerts → Slack #info (low noise)
For Jaeger in production: Most companies start with Elasticsearch since they often already have it for log search. Cassandra is better if you need extremely high write throughput.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RBAC concepts to cover:
1. ClusterRole vs Role: ClusterRole is cluster-scoped — needed when Prometheus needs to discover pods across ALL namespaces, not just 'monitoring'
2. Principle of least privilege: Both SAs only have get/list/watch (read-only). No create/update/delete.
3. Non-resource URLs: /metrics/cadvisor is a special kubelet endpoint (not a K8s API resource) — requires explicit non-resource URL permission
Common mistake: Giving these ServiceAccounts admin or edit permissions 'just to make it work'. This is a security risk — if Prometheus or Promtail is compromised, an attacker shouldn't be able to modify your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
1. Ask students: what was the most surprising thing you learned?
2. Homework: try deploying the stack locally with Docker Compose and query your own application using PromQL
3. Next class suggestion: Deep-dive into PromQL and LogQL query language, custom SLO budget calculations
Key takeaway: The 3 pillars alone aren't enough — you need Grafana's correlation features to make them useful as a system. A trace without logs is missing context. Metrics without traces don't tell you which user/request caused the spike.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108960"/>
            <a:ext cx="2011680" cy="201168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94360"/>
            <a:ext cx="237744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94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ktech-sre-academy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Setup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· Logs · Traces · Grafana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48640" cy="54864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8803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364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83080" y="2788920"/>
            <a:ext cx="548640" cy="54864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8803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3364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063240" y="2788920"/>
            <a:ext cx="548640" cy="54864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880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71800" y="3364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343400" y="2788920"/>
            <a:ext cx="548640" cy="54864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88036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51960" y="3364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02920" y="4114800"/>
            <a:ext cx="2560320" cy="41148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0292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1-Hour Class  |  Hands-on + Theory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14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0–5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Observability?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pillars: why metrics + logs + traces together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14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5–10 min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527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Prometheus, Loki, Jaeger, Grafana connect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75688"/>
            <a:ext cx="42062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75688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30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10–25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368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1 — Metrics (Prometheus)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642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Scraping, alert rules, prom-client instrumentation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075688"/>
            <a:ext cx="42062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075688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30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25–35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368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2 — Logs (Loki + Promtail)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642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DaemonSet log collection, label extraction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91256"/>
            <a:ext cx="42062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91256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35–45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3 — Traces (Jaeger + OTel)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758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tracing, OpenTelemetry SDK, auto-instrumentation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191256"/>
            <a:ext cx="42062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191256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45–55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— Visualize Everything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758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Datasources, SRE dashboard, SLO dashboard, correlations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306824"/>
            <a:ext cx="859536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306824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361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55–60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+ Production Gaps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4873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vs K8s, known production shortcomings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Observability?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= ability to understand internal system state from external outputs.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tells you WHEN something breaks. Observability tells you WHY.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743200" cy="292608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920240"/>
            <a:ext cx="731520" cy="731520"/>
          </a:xfrm>
          <a:prstGeom prst="ellipse">
            <a:avLst/>
          </a:prstGeom>
          <a:solidFill>
            <a:srgbClr val="0F1F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057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34015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time-series data.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Is the system healthy?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fast? How many errors?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1737360"/>
            <a:ext cx="2743200" cy="292608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737360"/>
            <a:ext cx="27432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1920240"/>
            <a:ext cx="731520" cy="731520"/>
          </a:xfrm>
          <a:prstGeom prst="ellipse">
            <a:avLst/>
          </a:prstGeom>
          <a:solidFill>
            <a:srgbClr val="0F1F38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574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291840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34015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 records.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What exactly happened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for a specific request?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1737360"/>
            <a:ext cx="2743200" cy="292608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737360"/>
            <a:ext cx="27432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32320" y="1920240"/>
            <a:ext cx="731520" cy="731520"/>
          </a:xfrm>
          <a:prstGeom prst="ellipse">
            <a:avLst/>
          </a:prstGeom>
          <a:solidFill>
            <a:srgbClr val="0F1F38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0574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217920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Jaeger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263640" y="34015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across services.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Where is latency coming from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microservices?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in Grafana → correlated observability: trace → logs → metrics in one click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scraping/push paths converge in Grafana. All components run in the monitoring namespace.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7432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:3000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18288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Platform Dashboard · SLO Dashboard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65760" y="2926080"/>
            <a:ext cx="2468880" cy="7315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:9090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0" y="2926080"/>
            <a:ext cx="2468880" cy="731520"/>
          </a:xfrm>
          <a:prstGeom prst="rect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0175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9476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Loki :3100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35040" y="2926080"/>
            <a:ext cx="2468880" cy="731520"/>
          </a:xfrm>
          <a:prstGeom prst="rect">
            <a:avLst/>
          </a:prstGeom>
          <a:solidFill>
            <a:srgbClr val="5062D6"/>
          </a:solidFill>
          <a:ln w="12700">
            <a:solidFill>
              <a:srgbClr val="5062D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017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940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 :16686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560320" y="4114800"/>
            <a:ext cx="4023360" cy="685800"/>
          </a:xfrm>
          <a:prstGeom prst="rect">
            <a:avLst/>
          </a:prstGeom>
          <a:solidFill>
            <a:srgbClr val="13274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42062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08960" y="4169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:3001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2606040" y="44348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 · prom-client  |  logs · Promtail  |  traces · OTel SDK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3474720" y="2148840"/>
            <a:ext cx="0" cy="777240"/>
          </a:xfrm>
          <a:prstGeom prst="line">
            <a:avLst/>
          </a:prstGeom>
          <a:noFill/>
          <a:ln w="12700">
            <a:solidFill>
              <a:srgbClr val="E05C2A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4572000" y="2148840"/>
            <a:ext cx="0" cy="777240"/>
          </a:xfrm>
          <a:prstGeom prst="line">
            <a:avLst/>
          </a:prstGeom>
          <a:noFill/>
          <a:ln w="12700">
            <a:solidFill>
              <a:srgbClr val="32A560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5669280" y="2148840"/>
            <a:ext cx="0" cy="777240"/>
          </a:xfrm>
          <a:prstGeom prst="line">
            <a:avLst/>
          </a:prstGeom>
          <a:noFill/>
          <a:ln w="12700">
            <a:solidFill>
              <a:srgbClr val="5062D6"/>
            </a:solidFill>
            <a:prstDash val="dash"/>
          </a:ln>
        </p:spPr>
      </p:sp>
      <p:sp>
        <p:nvSpPr>
          <p:cNvPr id="26" name="Text 19"/>
          <p:cNvSpPr/>
          <p:nvPr/>
        </p:nvSpPr>
        <p:spPr>
          <a:xfrm>
            <a:off x="365760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200400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2A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035040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6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OTLP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1: Metrics — Prometheus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Prometheus scrapes metrics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4114800" cy="347472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261872"/>
            <a:ext cx="4114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6459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scrape_interval: 15s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eval_interval:   15s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external_labels: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 'sre-platform'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scrape_configs: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'sre_backend'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targets: ['backend:3001']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metrics_path: '/metrics'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scrape_interval: 10s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'prometheus'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targets: ['localhost:9090']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261872"/>
            <a:ext cx="4160520" cy="347472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261872"/>
            <a:ext cx="4160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2618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(annotation-based)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164592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annotations trigger auto-discovery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prometheus.io/scrape: "true"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prometheus.io/port:   "3001"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prometheus.io/path:   "/metrics"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prometheus-operator/ServiceMonitor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needed — pure annotation-based SD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 scrapes: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Node cAdvisor (HTTPS + bearer token)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All sre-platform ns pods w/ annotation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— Alert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alerts defined — firing logic, severity, and duration thresholds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8595360" cy="658368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35608"/>
            <a:ext cx="804672" cy="2743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35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30s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4630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up{job="sre_backend"} == 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67128"/>
            <a:ext cx="804672" cy="2743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67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344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HighLoginFailureRate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395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2m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21945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rate(login_attempts_total{result="failure"}[5m]) &gt; 0.5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8595360" cy="658368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804672" cy="2743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986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HighAPILatency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127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5m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29260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histogram_quantile(0.95, rate(http_request_duration_seconds_bucket[5m])) &gt;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9300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30168"/>
            <a:ext cx="804672" cy="27432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01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HighErrorRate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3858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2m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0440" y="36576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rate(http_requests_total{status_code=~"5.."}[5m]) &gt; 0.1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361688"/>
            <a:ext cx="80467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61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3444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NoActiveUsers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34440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30m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43891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active_websocket_users == 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Metrics — prom-client Instrumentation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14400"/>
            <a:ext cx="5029200" cy="603504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914400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96926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http_requests_total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49040" y="978408"/>
            <a:ext cx="822960" cy="201168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978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38912" y="12435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HTTP request: method, route, status_code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1609344"/>
            <a:ext cx="5029200" cy="603504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609344"/>
            <a:ext cx="64008" cy="603504"/>
          </a:xfrm>
          <a:prstGeom prst="rect">
            <a:avLst/>
          </a:prstGeom>
          <a:solidFill>
            <a:srgbClr val="5062D6"/>
          </a:solidFill>
          <a:ln w="12700">
            <a:solidFill>
              <a:srgbClr val="5062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16642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http_request_duration_seconds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49040" y="1673352"/>
            <a:ext cx="822960" cy="201168"/>
          </a:xfrm>
          <a:prstGeom prst="rect">
            <a:avLst/>
          </a:prstGeom>
          <a:solidFill>
            <a:srgbClr val="5062D6">
              <a:alpha val="30000"/>
            </a:srgbClr>
          </a:solidFill>
          <a:ln w="12700">
            <a:solidFill>
              <a:srgbClr val="5062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1673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Histogram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8912" y="19385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buckets 5ms→5s: method, route, status_code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2304288"/>
            <a:ext cx="5029200" cy="603504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304288"/>
            <a:ext cx="64008" cy="603504"/>
          </a:xfrm>
          <a:prstGeom prst="rect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23591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active_websocket_users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49040" y="2368296"/>
            <a:ext cx="822960" cy="201168"/>
          </a:xfrm>
          <a:prstGeom prst="rect">
            <a:avLst/>
          </a:prstGeom>
          <a:solidFill>
            <a:srgbClr val="32A560">
              <a:alpha val="30000"/>
            </a:srgbClr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0" y="23682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Gauge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38912" y="26334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connections (no labels)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2999232"/>
            <a:ext cx="5029200" cy="603504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2999232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" y="3054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login_attempts_total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749040" y="3063240"/>
            <a:ext cx="822960" cy="201168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49040" y="3063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38912" y="332841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success/failure: result label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3694176"/>
            <a:ext cx="5029200" cy="603504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3694176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37490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class_views_total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749040" y="3758184"/>
            <a:ext cx="822960" cy="201168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49040" y="3758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38912" y="40233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views per class_id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74320" y="4389120"/>
            <a:ext cx="5029200" cy="603504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320" y="4389120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8912" y="44439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recording_uploads_total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749040" y="4453128"/>
            <a:ext cx="822960" cy="201168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49040" y="4453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8912" y="47183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outcomes: status label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486400" y="914400"/>
            <a:ext cx="3429000" cy="397764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486400" y="914400"/>
            <a:ext cx="3429000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77840" y="923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backend/src/index.js — middleware hook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577840" y="1234440"/>
            <a:ext cx="3246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app.use((req, res, next)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end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httpRequestDuration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.startTimer();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res.on('finish',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route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req.route?.path ||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req.path || 'unknown';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httpRequestsTotal.inc({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method: req.method,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route,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status_code: res.statusCode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method: req.method,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route,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status_code: res.statusCode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2: Logs — Loki + Promtail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Promtail DaemonSet → Loki StatefulSet → Grafana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325880"/>
            <a:ext cx="2560320" cy="1005840"/>
          </a:xfrm>
          <a:prstGeom prst="rect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K8s Node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 DaemonSet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pod per node)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34640" y="1828800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292608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1325880"/>
            <a:ext cx="2560320" cy="1005840"/>
          </a:xfrm>
          <a:prstGeom prst="rect">
            <a:avLst/>
          </a:prstGeom>
          <a:solidFill>
            <a:srgbClr val="5062D6"/>
          </a:solidFill>
          <a:ln w="12700">
            <a:solidFill>
              <a:srgbClr val="5062D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9184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Sources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/var/lib/docker/containers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1828800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85216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26480" y="1325880"/>
            <a:ext cx="25603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1792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:3100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 retention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Promtail Pipeline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2852928"/>
            <a:ext cx="384048" cy="384048"/>
          </a:xfrm>
          <a:prstGeom prst="ellipse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kubernetes_sd_configs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" y="3127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pods via K8s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pod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487168" y="2852928"/>
            <a:ext cx="384048" cy="384048"/>
          </a:xfrm>
          <a:prstGeom prst="ellipse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8716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944368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 log format parsing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944368" y="3127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container runtime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format timestamps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0016" y="2852928"/>
            <a:ext cx="384048" cy="384048"/>
          </a:xfrm>
          <a:prstGeom prst="ellipse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0016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157216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extraction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57216" y="3127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pod, container,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Loki labels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912864" y="2852928"/>
            <a:ext cx="384048" cy="384048"/>
          </a:xfrm>
          <a:prstGeom prst="ellipse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12864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370064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to Loki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370064" y="3127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push to loki-service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:3100/loki/api/v1/push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74320" y="3703320"/>
            <a:ext cx="8595360" cy="105156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74320" y="3703320"/>
            <a:ext cx="64008" cy="1051560"/>
          </a:xfrm>
          <a:prstGeom prst="rect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8912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Loki over Elasticsearch?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38912" y="40416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indexes only labels (not full-text) → dramatically lower storage + cost. Designed for K8s where you already have pod/namespace/app as natural labels. Query with LogQL — same feel as PromQL. Works natively with Grafana.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3: Traces — Jaeger + OpenTelemetry SDK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Auto-instrumented with @opentelemetry/auto-instrumentations-node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280160"/>
            <a:ext cx="4754880" cy="54864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280160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3350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1335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 routes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581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for every HTTP handler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1920240"/>
            <a:ext cx="4754880" cy="54864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920240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19751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05840" y="1975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client/server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2221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+ incoming HTTP calls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2560320"/>
            <a:ext cx="4754880" cy="54864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560320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615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05840" y="2615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queries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2862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spans with SQL statement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200400"/>
            <a:ext cx="4754880" cy="54864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3200400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2552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05840" y="32552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Socket.io events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message spans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4320" y="3840480"/>
            <a:ext cx="475488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3840480"/>
            <a:ext cx="64008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05840" y="3895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System (FS)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05840" y="4142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— too noisy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166360" y="914400"/>
            <a:ext cx="3703320" cy="388620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166360" y="914400"/>
            <a:ext cx="3703320" cy="292608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57800" y="923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k8s/backend.yaml — env vars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257800" y="1261872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OTEL_SERVICE_NAME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"sre-platform-backend"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OTEL_EXPORTER_OTLP_ENDPOINT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"http://jaeger-service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.monitoring.svc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.cluster.local:4318"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OTEL_RESOURCE_ATTRIBUTES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"service.version=2.0.0,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deployment.environment=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production"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257800" y="33375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 Ports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257800" y="36393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16686  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893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UI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257800" y="38953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4317  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989320" y="3895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gRPC receiver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257800" y="41513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4318  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989320" y="4151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HTTP receiver ← backend uses this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257800" y="44074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14268  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989320" y="4407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Thrift (legacy)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— Visualize Everything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datasources + cross-signal correlation (trace → logs → metrics)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80160"/>
            <a:ext cx="2743200" cy="96012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280160"/>
            <a:ext cx="2743200" cy="2926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1325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 ✓ default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576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http://prometheus-service:9090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1883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alert evaluation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00400" y="1280160"/>
            <a:ext cx="2743200" cy="96012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1280160"/>
            <a:ext cx="2743200" cy="292608"/>
          </a:xfrm>
          <a:prstGeom prst="rect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258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1325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Loki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29184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http://loki-service:3100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291840" y="1883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in dashboards + correlations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126480" y="1280160"/>
            <a:ext cx="2743200" cy="96012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26480" y="1280160"/>
            <a:ext cx="2743200" cy="292608"/>
          </a:xfrm>
          <a:prstGeom prst="rect">
            <a:avLst/>
          </a:prstGeom>
          <a:solidFill>
            <a:srgbClr val="5062D6"/>
          </a:solidFill>
          <a:ln w="12700">
            <a:solidFill>
              <a:srgbClr val="5062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258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7960" y="1325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21792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http://jaeger-service:16686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217920" y="1883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in dashboards + correlations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74320" y="2377440"/>
            <a:ext cx="8595360" cy="45720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toggles enabled: traceToLogs  traceToMetrics — click a trace span → jump to exact logs or related metrics for that pod at that timestamp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74320" y="2926080"/>
            <a:ext cx="4206240" cy="192024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74320" y="2926080"/>
            <a:ext cx="4206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576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 Platform Dashboard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65760" y="33284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sre-platform.json  (~832 lines)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65760" y="358444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WebSocket users · HTTP request rate · Error rate · P95/P99 latency · Status code breakdown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709160" y="2926080"/>
            <a:ext cx="4206240" cy="192024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709160" y="2926080"/>
            <a:ext cx="4206240" cy="347472"/>
          </a:xfrm>
          <a:prstGeom prst="rect">
            <a:avLst/>
          </a:prstGeom>
          <a:solidFill>
            <a:srgbClr val="5062D6"/>
          </a:solidFill>
          <a:ln w="12700">
            <a:solidFill>
              <a:srgbClr val="5062D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80060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 Dashboard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800600" y="33284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slo-dashboard.json  (~553 lines)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00600" y="358444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RPS + by route/method · Error % with thresholds · P50/P95/P99 latency stats · Auto-reload every 30s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 Dashboard — Thresholds &amp; Panels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SLO dashboard shows and when it goes 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743200" cy="352044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3502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7556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RPS current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RPS by route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RPS by method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requests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172968"/>
            <a:ext cx="2523744" cy="22860"/>
          </a:xfrm>
          <a:prstGeom prst="rect">
            <a:avLst/>
          </a:prstGeom>
          <a:solidFill>
            <a:srgbClr val="C5DDE2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2278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502152"/>
            <a:ext cx="109728" cy="164592"/>
          </a:xfrm>
          <a:prstGeom prst="rect">
            <a:avLst/>
          </a:prstGeom>
          <a:solidFill>
            <a:srgbClr val="1F8B5E"/>
          </a:solidFill>
          <a:ln w="12700">
            <a:solidFill>
              <a:srgbClr val="1F8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502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&lt; 50 RPS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3749040"/>
            <a:ext cx="109728" cy="16459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749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yellow: 50–200 RPS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3995928"/>
            <a:ext cx="109728" cy="16459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9959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&gt; 200 RPS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298448"/>
            <a:ext cx="2743200" cy="352044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298448"/>
            <a:ext cx="2743200" cy="38404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33502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10128" y="17556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rate 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5xx/sec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4xx/sec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Errors by status code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3172968"/>
            <a:ext cx="2523744" cy="22860"/>
          </a:xfrm>
          <a:prstGeom prst="rect">
            <a:avLst/>
          </a:prstGeom>
          <a:solidFill>
            <a:srgbClr val="C5DDE2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2278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3502152"/>
            <a:ext cx="109728" cy="164592"/>
          </a:xfrm>
          <a:prstGeom prst="rect">
            <a:avLst/>
          </a:prstGeom>
          <a:solidFill>
            <a:srgbClr val="1F8B5E"/>
          </a:solidFill>
          <a:ln w="12700">
            <a:solidFill>
              <a:srgbClr val="1F8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9584" y="3502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&lt; 1%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64992" y="3749040"/>
            <a:ext cx="109728" cy="16459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749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yellow: 1–5%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3995928"/>
            <a:ext cx="109728" cy="16459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9584" y="39959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&gt; 5%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1298448"/>
            <a:ext cx="2743200" cy="352044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1298448"/>
            <a:ext cx="2743200" cy="384048"/>
          </a:xfrm>
          <a:prstGeom prst="rect">
            <a:avLst/>
          </a:prstGeom>
          <a:solidFill>
            <a:srgbClr val="5062D6"/>
          </a:solidFill>
          <a:ln w="12700">
            <a:solidFill>
              <a:srgbClr val="5062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133502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36208" y="17556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9107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P50 stat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91072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 stat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91072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P99 stat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91072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by route timeseries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36208" y="3172968"/>
            <a:ext cx="2523744" cy="22860"/>
          </a:xfrm>
          <a:prstGeom prst="rect">
            <a:avLst/>
          </a:prstGeom>
          <a:solidFill>
            <a:srgbClr val="C5DDE2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6208" y="32278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3502152"/>
            <a:ext cx="109728" cy="164592"/>
          </a:xfrm>
          <a:prstGeom prst="rect">
            <a:avLst/>
          </a:prstGeom>
          <a:solidFill>
            <a:srgbClr val="1F8B5E"/>
          </a:solidFill>
          <a:ln w="12700">
            <a:solidFill>
              <a:srgbClr val="1F8B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3502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yellow: &gt; 0.5s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3749040"/>
            <a:ext cx="109728" cy="16459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3749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red: &gt; 1.0s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3995928"/>
            <a:ext cx="109728" cy="16459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39959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P50/P99 also tracked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auto-reloads every 30 seconds from /var/lib/grafana/dashboards (K8s ConfigMap mount)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— Docker Compose vs Kubernetes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14400"/>
            <a:ext cx="4206240" cy="397764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9264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969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 (local dev)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1371600"/>
            <a:ext cx="3931920" cy="32004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11480" y="1353312"/>
            <a:ext cx="3931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488" y="1380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1480" y="1783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20574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Grafana → http://localhost:3000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2404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Prometheus → http://localhost:9090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" y="27523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Loki → http://localhost:3100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200" y="30998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Backend metrics → http://localhost:3001/metrics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11480" y="3493008"/>
            <a:ext cx="393192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354787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on localhost.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 prometheus/prometheus.yml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Datasources auto-provisioned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grafana/provisioning/datasources/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09160" y="914400"/>
            <a:ext cx="4206240" cy="397764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2D7B4F"/>
          </a:solidFill>
          <a:ln w="12700">
            <a:solidFill>
              <a:srgbClr val="2D7B4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96926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2080" y="969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 (Minikube)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846320" y="1371600"/>
            <a:ext cx="3931920" cy="32004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./k8s/deploy.sh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46320" y="1353312"/>
            <a:ext cx="3931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910328" y="1380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./k8s/deploy.sh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846320" y="1783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Access: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92040" y="20574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kubectl port-forward svc/grafana-service 3000:3000 -n monitoring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892040" y="2404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kubectl port-forward svc/prometheus-service 9090:9090 -n monitoring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892040" y="27523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kubectl port-forward svc/loki-service 3100:3100 -n monitoring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892040" y="30998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kubectl port-forward svc/jaeger-service 16686:16686 -n monitoring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846320" y="3493008"/>
            <a:ext cx="393192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846320" y="354787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Namespaces: sre-platform (app)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monitoring (observability)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prints port-forward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after deploy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Gaps — What's Missing for Real Workloads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setup is intentionally demo-grade. Here's what you'd fix before going to production: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80160"/>
            <a:ext cx="8595360" cy="64008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280160"/>
            <a:ext cx="64008" cy="64008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" y="1353312"/>
            <a:ext cx="1188720" cy="25603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1353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737360" y="133502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emptyDir storage → data lost on pod restart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37360" y="16093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PVC with gp3 StorageClass for persistent metrics history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011680"/>
            <a:ext cx="8595360" cy="640080"/>
          </a:xfrm>
          <a:prstGeom prst="rect">
            <a:avLst/>
          </a:prstGeom>
          <a:solidFill>
            <a:srgbClr val="F8FAFB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2011680"/>
            <a:ext cx="64008" cy="64008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" y="2084832"/>
            <a:ext cx="1188720" cy="25603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084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737360" y="20665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emptyDir storage → logs lost on pod restart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37360" y="23408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PVC or S3/GCS object storage backend (Loki supports both)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743200"/>
            <a:ext cx="8595360" cy="64008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2743200"/>
            <a:ext cx="64008" cy="64008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8912" y="2816352"/>
            <a:ext cx="1188720" cy="25603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" y="2816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737360" y="27980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In-memory only, max 10,000 traces (demo mode)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737360" y="30723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Elasticsearch or Cassandra backend for durable trace storage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474720"/>
            <a:ext cx="8595360" cy="640080"/>
          </a:xfrm>
          <a:prstGeom prst="rect">
            <a:avLst/>
          </a:prstGeom>
          <a:solidFill>
            <a:srgbClr val="F8FAFB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474720"/>
            <a:ext cx="64008" cy="64008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912" y="3547872"/>
            <a:ext cx="1188720" cy="25603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" y="3547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737360" y="35295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1 replica for all components — single point of failure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737360" y="380390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HA replicas + pod anti-affinity rules across nodes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E8F4F6"/>
          </a:solidFill>
          <a:ln w="12700">
            <a:solidFill>
              <a:srgbClr val="C5DDE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74320" y="4206240"/>
            <a:ext cx="64008" cy="64008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8912" y="4279392"/>
            <a:ext cx="1188720" cy="25603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8912" y="4279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Alertmanager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737360" y="426110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No Alertmanager — alerts fire in Prometheus UI only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737360" y="453542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Add Alertmanager + PagerDuty/Slack receiver for alert routing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RBAC — ServiceAccounts &amp; Permissions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ServiceAccounts with ClusterRole bindings — minimal required permissions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80160"/>
            <a:ext cx="4206240" cy="356616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280160"/>
            <a:ext cx="4206240" cy="38404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335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ServiceAccount: prometheus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719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ns: monitoring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4048" y="1965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ClusterRole → ClusterRoleBinding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225856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(verbs: get, list, watch)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nodes, nodes/proxy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services, endpoints, pods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" y="3044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ingresses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4048" y="33009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Non-resource URLs: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5488" y="3557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/metrics, /metrics/cadvisor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4048" y="3931920"/>
            <a:ext cx="39776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98678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discover + scrape all pods and nodes across namespaces. ClusterRole (not Role) required because pod discovery spans all namespaces.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09160" y="1280160"/>
            <a:ext cx="4206240" cy="3566160"/>
          </a:xfrm>
          <a:prstGeom prst="rect">
            <a:avLst/>
          </a:prstGeom>
          <a:solidFill>
            <a:srgbClr val="1327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280160"/>
            <a:ext cx="4206240" cy="384048"/>
          </a:xfrm>
          <a:prstGeom prst="rect">
            <a:avLst/>
          </a:prstGeom>
          <a:solidFill>
            <a:srgbClr val="32A560"/>
          </a:solidFill>
          <a:ln w="12700">
            <a:solidFill>
              <a:srgbClr val="32A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18888" y="1335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ServiceAccount: promtail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18888" y="1719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ns: monitoring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18888" y="1965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ClusterRole → ClusterRoleBinding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18888" y="225856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(verbs: get, list, watch)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10328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nodes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910328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services, pods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18888" y="3931920"/>
            <a:ext cx="39776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18888" y="398678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pod metadata (namespace, labels) to enrich log streams with Kubernetes labels for Loki. Read-only — no write access ever needed.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Recap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457200" cy="4572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704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789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scrapes /metrics every 10–15s, fires 5 alert rules, prom-client instruments 7 custom metrics + default Node.js process metrics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828800"/>
            <a:ext cx="457200" cy="4572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9385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847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 DaemonSet collects all pod logs → CRI parse → Loki push. Loki indexes labels only — efficient at scale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2920" y="2596896"/>
            <a:ext cx="457200" cy="4572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7066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61518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 auto-instruments Express/HTTP/PG/Socket.io → OTLP HTTP → Jaeger. FS disabled to avoid noise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3364992"/>
            <a:ext cx="457200" cy="4572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47472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383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unifies all 3 with correlated drill-down (trace → logs → metrics). SRE Platform + SLO dashboards provisioned automatically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2920" y="4133088"/>
            <a:ext cx="457200" cy="4572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24281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15137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production gaps to fix: persistent storage (Prometheus/Loki/Jaeger), HA replicas, Alertmanager for routing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50292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→  github.com/ktech-sre-academy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Observability Setup — ktech-sre-academy</dc:title>
  <dc:subject>PptxGenJS Presentation</dc:subject>
  <dc:creator>PptxGenJS</dc:creator>
  <cp:lastModifiedBy>PptxGenJS</cp:lastModifiedBy>
  <cp:revision>1</cp:revision>
  <dcterms:created xsi:type="dcterms:W3CDTF">2026-04-17T12:26:27Z</dcterms:created>
  <dcterms:modified xsi:type="dcterms:W3CDTF">2026-04-17T12:26:27Z</dcterms:modified>
</cp:coreProperties>
</file>